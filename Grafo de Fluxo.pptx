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C5997-4BBE-2C1A-8357-094E39077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8017AB-E992-558F-ADF4-C7139AD4E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C358BC-F84A-C381-A64D-BBE6D5A9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282EF0-AB0F-4072-98E6-5E601537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D56533-9F1F-2ACD-5A65-58B53F6F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53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355DB-1C97-75F2-2613-DE86E8A7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9C30A-B360-A4EA-5ACE-9BA907EE6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E62372-ADF0-FCA4-9486-4E57DDE5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EF922-0752-06C5-D95A-D309E8C6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74E774-A30D-F979-2DB0-BF749ED9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69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FBE9F-96F3-48AD-2019-7FCAA6415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05C1AE-8C51-7AEB-2119-E688FB8CC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1C2D38-20F8-9159-1DE0-1CABEBF6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82F11D-76B3-739B-5FD1-F335F01E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0E5BE1-4DAE-F527-A4A7-92B0D79CA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50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39F3B-C34E-AA4A-853A-1DEAF2F5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9BBCF0-A888-9C7B-DE20-6A84F3FD3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32A196-53C1-237D-1BB4-6D3605153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2F225A-0AC6-9CDC-D0F8-ABB6938F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7D21DB-8D0B-0BB6-5913-CD495F35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DDC79E-334B-9338-1A21-EBC014B0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95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A771E-CC2E-0763-DE97-0B26A88F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CB5AEB-7F42-3681-89D9-633158D09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8592BD-E2EE-209B-1DE1-58283AF75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4D7434-8152-7A44-51E1-578BC5E6E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0A9B86-D145-A568-5046-4177A8CFE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10A2D5-8687-A08F-9159-B31F5F86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96FBC4-D030-A552-435A-A6A660C2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E5CAF7-5098-996D-1301-FB19666E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24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33DF6-7715-0029-F92A-F79D788D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8A5E0A-D968-7E1F-3466-AA135D8C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55E31F-B3DB-2A37-AD7D-7BB75A29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87EFF9-C9EE-0345-697E-1B9F37D6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41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A4DB15-6A6A-9D1A-0136-36909BA3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9ECF75-C77E-ECDB-63DE-F32C00EA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AFD6DE-81B7-2D1E-4058-2484A517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99254-8B1C-9708-C0C9-83682186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A0D5E6-78D2-0C1F-7C4B-9A221D9B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3A2761-73C4-E62F-B27E-1CAAA6729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96EA5D-FE1B-976C-E45F-875D2993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64BCAE-7870-450C-B47B-62D1D479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7A9E89-9697-FA88-EA27-6A5062C7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86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C3BB0-ECE1-BDE0-52A5-3E60F8B3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8548AA-9A13-3ECC-FF07-84309DC78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2B6AE6-A4E4-115C-08C7-F07333C93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F61CFC-CCE2-A983-2892-B83BE1C5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E67BD-9499-739F-FA08-7F062174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687D7B-DBD6-73A3-8ABA-89EC9DB7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92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CA988-38D0-ED56-572E-52270F64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55BB73-423E-6C4E-DB87-9D8531BCA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5B4D9E-5B1F-60BE-75D5-B1214926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3A356C-D03D-9F3C-C4C9-86C8CEEE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17AD78-5CDC-ABF5-8D4F-217F8749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18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743A60-7FC0-A5D2-7188-BCADF5C82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85DC29-7B26-9EB1-139E-B37B8244A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6B659D-94A7-61FF-316B-632B0A50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D85B34-0D06-AF6C-C7C2-C95D069A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9A11A1-E7B8-AF2C-A050-2DDC4763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43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6367FC-8A4B-6481-B940-7DC70FD1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1977A1-8CD5-91A6-CA73-199C7D76C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04DC28-DE16-87EB-5472-336A70531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4398B-EFF8-4A0E-AAA1-B9D5EE9659C0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0643E0-6B36-C61B-0912-1783F2068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C6A065-50E7-89F0-A291-0ED30F141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65B86-48C2-4BEF-8EE9-C8E92A3C9F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9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E84DA72D-2A4A-38F2-744E-BB39FEDAB8FB}"/>
              </a:ext>
            </a:extLst>
          </p:cNvPr>
          <p:cNvSpPr/>
          <p:nvPr/>
        </p:nvSpPr>
        <p:spPr>
          <a:xfrm>
            <a:off x="5145602" y="437007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4430649-8943-00B7-E66D-0BFBDBD2F4D5}"/>
              </a:ext>
            </a:extLst>
          </p:cNvPr>
          <p:cNvSpPr/>
          <p:nvPr/>
        </p:nvSpPr>
        <p:spPr>
          <a:xfrm>
            <a:off x="5145601" y="1460754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4AC3545-C04F-7F9A-5CC3-086C0FC6FCF1}"/>
              </a:ext>
            </a:extLst>
          </p:cNvPr>
          <p:cNvSpPr/>
          <p:nvPr/>
        </p:nvSpPr>
        <p:spPr>
          <a:xfrm>
            <a:off x="5879026" y="2279523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A3FA1AF-BB1A-0F35-EE4B-9F65A0A3DCE3}"/>
              </a:ext>
            </a:extLst>
          </p:cNvPr>
          <p:cNvSpPr/>
          <p:nvPr/>
        </p:nvSpPr>
        <p:spPr>
          <a:xfrm>
            <a:off x="4412176" y="2279523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1E53B1C-6B4F-32AA-77D0-C2D2DECA55F2}"/>
              </a:ext>
            </a:extLst>
          </p:cNvPr>
          <p:cNvSpPr/>
          <p:nvPr/>
        </p:nvSpPr>
        <p:spPr>
          <a:xfrm>
            <a:off x="5879025" y="3286315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4261FFC-03F4-72E7-A0A3-D6D3A583AE16}"/>
              </a:ext>
            </a:extLst>
          </p:cNvPr>
          <p:cNvSpPr/>
          <p:nvPr/>
        </p:nvSpPr>
        <p:spPr>
          <a:xfrm>
            <a:off x="5879025" y="4293107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52CC2BB-5B3F-23C2-881C-11C536BDF327}"/>
              </a:ext>
            </a:extLst>
          </p:cNvPr>
          <p:cNvSpPr/>
          <p:nvPr/>
        </p:nvSpPr>
        <p:spPr>
          <a:xfrm>
            <a:off x="5141249" y="6004749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946EC88-AFAA-0347-5148-D7A61FB42948}"/>
              </a:ext>
            </a:extLst>
          </p:cNvPr>
          <p:cNvSpPr/>
          <p:nvPr/>
        </p:nvSpPr>
        <p:spPr>
          <a:xfrm>
            <a:off x="6612450" y="4997957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5D419AC-E318-3080-77B0-F4B036E33874}"/>
              </a:ext>
            </a:extLst>
          </p:cNvPr>
          <p:cNvSpPr/>
          <p:nvPr/>
        </p:nvSpPr>
        <p:spPr>
          <a:xfrm>
            <a:off x="5145601" y="4997957"/>
            <a:ext cx="733425" cy="7048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2A3F2B41-EF90-C9F5-7995-609967180C13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5512314" y="1141857"/>
            <a:ext cx="1" cy="318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2233043-AD29-3B51-5D28-6CAC48E0E1D7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5038193" y="2062381"/>
            <a:ext cx="214816" cy="320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48C4AE6-19B4-2066-D03F-EA45F90F6997}"/>
              </a:ext>
            </a:extLst>
          </p:cNvPr>
          <p:cNvCxnSpPr>
            <a:stCxn id="5" idx="5"/>
            <a:endCxn id="6" idx="1"/>
          </p:cNvCxnSpPr>
          <p:nvPr/>
        </p:nvCxnSpPr>
        <p:spPr>
          <a:xfrm>
            <a:off x="5771618" y="2062381"/>
            <a:ext cx="214816" cy="320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54B4940A-D19F-2C0A-2848-B50CF2AE9581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6245738" y="2984373"/>
            <a:ext cx="1" cy="3019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B4D2490-AF7A-20C2-4537-23DD2E285A16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6245738" y="3991165"/>
            <a:ext cx="0" cy="3019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93246EA0-A40E-7EFA-1643-77EB7C7E7845}"/>
              </a:ext>
            </a:extLst>
          </p:cNvPr>
          <p:cNvCxnSpPr>
            <a:stCxn id="9" idx="3"/>
            <a:endCxn id="12" idx="7"/>
          </p:cNvCxnSpPr>
          <p:nvPr/>
        </p:nvCxnSpPr>
        <p:spPr>
          <a:xfrm flipH="1">
            <a:off x="5771618" y="4894734"/>
            <a:ext cx="214815" cy="206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5BB7C75-B4CB-C383-E41E-0A41E022DA69}"/>
              </a:ext>
            </a:extLst>
          </p:cNvPr>
          <p:cNvCxnSpPr>
            <a:stCxn id="9" idx="5"/>
            <a:endCxn id="11" idx="1"/>
          </p:cNvCxnSpPr>
          <p:nvPr/>
        </p:nvCxnSpPr>
        <p:spPr>
          <a:xfrm>
            <a:off x="6505042" y="4894734"/>
            <a:ext cx="214816" cy="206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BCEAB0F-0FF0-76A2-BB12-CC345C51C900}"/>
              </a:ext>
            </a:extLst>
          </p:cNvPr>
          <p:cNvCxnSpPr>
            <a:stCxn id="12" idx="4"/>
            <a:endCxn id="10" idx="0"/>
          </p:cNvCxnSpPr>
          <p:nvPr/>
        </p:nvCxnSpPr>
        <p:spPr>
          <a:xfrm flipH="1">
            <a:off x="5507962" y="5702807"/>
            <a:ext cx="4352" cy="3019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8086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FK Reis</dc:creator>
  <cp:lastModifiedBy>FK Reis</cp:lastModifiedBy>
  <cp:revision>1</cp:revision>
  <dcterms:created xsi:type="dcterms:W3CDTF">2025-11-15T21:21:47Z</dcterms:created>
  <dcterms:modified xsi:type="dcterms:W3CDTF">2025-11-15T21:55:06Z</dcterms:modified>
</cp:coreProperties>
</file>